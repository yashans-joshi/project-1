
<file path=[Content_Types].xml><?xml version="1.0" encoding="utf-8"?>
<Types xmlns="http://schemas.openxmlformats.org/package/2006/content-types">
  <Default Extension="png" ContentType="image/png"/>
  <Default Extension="m4a" ContentType="audio/unknown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327" r:id="rId3"/>
    <p:sldId id="328" r:id="rId4"/>
    <p:sldId id="257" r:id="rId5"/>
    <p:sldId id="266" r:id="rId6"/>
    <p:sldId id="259" r:id="rId7"/>
    <p:sldId id="264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-996" y="-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29697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xmlns="" id="{D2988B08-6E58-95BF-C03E-C4FE3D09E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>
            <a:extLst>
              <a:ext uri="{FF2B5EF4-FFF2-40B4-BE49-F238E27FC236}">
                <a16:creationId xmlns:a16="http://schemas.microsoft.com/office/drawing/2014/main" xmlns="" id="{71138639-1A68-C4A6-CE5D-0C98BC9A5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xmlns="" id="{BD71B67C-A336-DDC4-B05F-8AE55EBAA5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0936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</p:sldLayoutIdLst>
  <p:transition spd="slow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416264" y="2174991"/>
            <a:ext cx="603896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I</a:t>
            </a:r>
            <a:r>
              <a:rPr lang="en-US" sz="3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ntroduction to Computer Applications in </a:t>
            </a:r>
            <a:r>
              <a:rPr lang="en-US" sz="3600" b="1" dirty="0">
                <a:solidFill>
                  <a:schemeClr val="lt1"/>
                </a:solidFill>
              </a:rPr>
              <a:t>M</a:t>
            </a:r>
            <a:r>
              <a:rPr lang="en-US" sz="3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anagement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Delivered By:</a:t>
            </a:r>
            <a:r>
              <a:rPr lang="en-US" sz="2000" b="1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>
          <a:xfrm>
            <a:off x="0" y="6356350"/>
            <a:ext cx="12192000" cy="501650"/>
          </a:xfrm>
          <a:solidFill>
            <a:srgbClr val="00B050"/>
          </a:solidFill>
        </p:spPr>
        <p:txBody>
          <a:bodyPr/>
          <a:lstStyle/>
          <a:p>
            <a:pPr algn="l"/>
            <a:r>
              <a:rPr lang="en-IN" sz="1600" b="1" dirty="0" smtClean="0">
                <a:solidFill>
                  <a:schemeClr val="bg1"/>
                </a:solidFill>
              </a:rPr>
              <a:t>Program  Name:                                                                                                                                                                                 </a:t>
            </a:r>
            <a:r>
              <a:rPr lang="en-IN" sz="1600" dirty="0" smtClean="0">
                <a:solidFill>
                  <a:schemeClr val="bg1"/>
                </a:solidFill>
              </a:rPr>
              <a:t>Course Code: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453ED7-F16A-666E-FBEA-1A37E1DF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11" y="191504"/>
            <a:ext cx="10515600" cy="780769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  <a:latin typeface="+mj-lt"/>
              </a:rPr>
              <a:t>SYLLABUS</a:t>
            </a:r>
            <a:endParaRPr lang="en-IN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1033234" cy="4351338"/>
          </a:xfrm>
        </p:spPr>
        <p:txBody>
          <a:bodyPr/>
          <a:lstStyle/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76248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57025D-1AC6-C13B-12FA-A724B4740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64480" cy="59499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n-lt"/>
              </a:rPr>
              <a:t>TOPICS</a:t>
            </a:r>
            <a:endParaRPr lang="en-IN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260724" cy="3865531"/>
          </a:xfrm>
        </p:spPr>
        <p:txBody>
          <a:bodyPr>
            <a:normAutofit/>
          </a:bodyPr>
          <a:lstStyle/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43943510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472947" y="1241531"/>
            <a:ext cx="8074981" cy="57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By the end of this </a:t>
            </a:r>
            <a:r>
              <a:rPr lang="en-US" sz="2400" b="1" dirty="0">
                <a:solidFill>
                  <a:schemeClr val="dk1"/>
                </a:solidFill>
                <a:latin typeface="+mn-lt"/>
                <a:ea typeface="Avenir"/>
                <a:cs typeface="Avenir"/>
                <a:sym typeface="Avenir"/>
              </a:rPr>
              <a:t>session</a:t>
            </a:r>
            <a:r>
              <a:rPr lang="en-US" sz="2800" b="1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you will be able to:</a:t>
            </a:r>
            <a:endParaRPr sz="2800" b="1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38705" y="26226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venir"/>
              <a:buNone/>
            </a:pPr>
            <a:r>
              <a:rPr lang="en-US" sz="3600" b="1" dirty="0">
                <a:solidFill>
                  <a:schemeClr val="lt1"/>
                </a:solidFill>
                <a:latin typeface="+mn-lt"/>
                <a:ea typeface="Avenir"/>
                <a:cs typeface="Avenir"/>
                <a:sym typeface="Avenir"/>
              </a:rPr>
              <a:t>Learning Objectives</a:t>
            </a:r>
            <a:endParaRPr sz="3600" b="1" dirty="0">
              <a:solidFill>
                <a:schemeClr val="lt1"/>
              </a:solidFill>
              <a:latin typeface="+mn-lt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xmlns="" id="{2A95E07D-DAD3-8A00-572B-D854DBBD9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xmlns="" id="{D025155F-B948-0F36-6156-03FBA73B58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705" y="26226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+mn-lt"/>
              </a:rPr>
              <a:t>Introduction</a:t>
            </a:r>
            <a:endParaRPr sz="3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xmlns="" id="{93702CFC-2433-00CC-4080-B2A0DF56FC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401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05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EC964E7-C8E9-C6AA-151C-D2E121F16D16}"/>
              </a:ext>
            </a:extLst>
          </p:cNvPr>
          <p:cNvSpPr txBox="1"/>
          <p:nvPr/>
        </p:nvSpPr>
        <p:spPr>
          <a:xfrm>
            <a:off x="554064" y="241320"/>
            <a:ext cx="60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Summary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sz="2400" dirty="0">
              <a:latin typeface="+mn-lt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595907" y="4113444"/>
            <a:ext cx="6126987" cy="1172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venir"/>
              <a:buNone/>
            </a:pPr>
            <a:r>
              <a:rPr lang="en-US" sz="3600" b="1" dirty="0">
                <a:solidFill>
                  <a:schemeClr val="lt1"/>
                </a:solidFill>
                <a:latin typeface="+mn-lt"/>
                <a:ea typeface="Avenir"/>
                <a:cs typeface="Avenir"/>
                <a:sym typeface="Avenir"/>
              </a:rPr>
              <a:t>Happy Learning</a:t>
            </a:r>
            <a:endParaRPr sz="3600" b="1" dirty="0">
              <a:solidFill>
                <a:schemeClr val="lt1"/>
              </a:solidFill>
              <a:latin typeface="+mn-lt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36</Words>
  <Application>Microsoft Office PowerPoint</Application>
  <PresentationFormat>Custom</PresentationFormat>
  <Paragraphs>11</Paragraphs>
  <Slides>7</Slides>
  <Notes>5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SYLLABUS</vt:lpstr>
      <vt:lpstr>TOPICS</vt:lpstr>
      <vt:lpstr>Learning Objectives</vt:lpstr>
      <vt:lpstr>Introduction</vt:lpstr>
      <vt:lpstr>PowerPoint Presentation</vt:lpstr>
      <vt:lpstr>Happy Learning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Kalpana Rawat</dc:creator>
  <cp:lastModifiedBy>NIU</cp:lastModifiedBy>
  <cp:revision>162</cp:revision>
  <dcterms:modified xsi:type="dcterms:W3CDTF">2026-04-17T04:51:06Z</dcterms:modified>
</cp:coreProperties>
</file>